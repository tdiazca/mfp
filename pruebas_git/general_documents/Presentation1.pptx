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3095"/>
  </p:normalViewPr>
  <p:slideViewPr>
    <p:cSldViewPr snapToGrid="0" snapToObjects="1">
      <p:cViewPr varScale="1">
        <p:scale>
          <a:sx n="55" d="100"/>
          <a:sy n="55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0996-A605-C246-8124-A4F5F37D9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C91A5-F19B-8641-BD90-901BDE29B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7938F-48B0-2846-B957-FCA5489B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FE02E-034E-1440-8259-AA9AA33D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A74E1-2269-4848-A93E-20825ABA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4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85FD-D37F-7243-BFDD-EABBAFF5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D8CD-D50A-EA43-9B43-0BD5A496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FA017-1E53-524A-B6F6-80FF1B94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CD20-93BC-4E41-A18E-F755386F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40830-5A9E-1F41-B3A4-5091AC61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3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6CFA-529B-F44B-AA29-3758022F2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A2E61-BB95-E94C-8FDA-47693D2BB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9597-16AF-7847-A71B-4B5814C8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83339-BD43-BD46-B5E4-3E31B887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AE8A-754B-6947-B39A-67A408C2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6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6884-9E3B-8043-9D9A-E127F6AC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25C7C-EF78-9845-A045-0CECD7AC8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2B890-10C9-144B-B562-198719BEC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75DBD-5FD6-904E-A6D1-B7A33EF3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F607-1EEE-FC4A-BC95-26CC809B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54D21-E0F1-5D46-9E8A-4CDBCCDD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4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7E23-E2E6-744C-82F8-16AC6E66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DE749-FE04-B840-A267-64E0749E9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E7E84-1150-304A-A91F-394AF2AFF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4E2E4-4084-EA40-8E11-9F5A8CBAB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357E5-4426-FF4D-B869-4AF4CF4AA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7A4EA-34FE-B544-80CA-E2DBEBE5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C066C-64EC-F446-B6FA-6F8D20B5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DE6D-4A20-B347-958E-0C0CE172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3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CB33-FAAC-1C41-A003-026A3E75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9C8DD-0B02-814C-9E00-D6781C71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31290-58B6-A444-84A6-D3F2EDE5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8B026-3AC8-C848-9574-CC771DA9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EAEA6-3637-9243-975C-91F77387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02F3-6F65-8146-96C4-CD395586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D1A31-A313-D248-82B1-F3274CD7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8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9EA0-8863-0B4E-ADF0-51B323E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0926-8D0C-F248-A3F7-27CD4A8F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3C756-B354-6849-B1B2-9AAE7B7AC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06C8-1570-6C4B-881A-CBE9BD41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C9B40-EE3E-BB4A-9086-A46E4A71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AC014-500E-1C4B-85BC-70A64868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BF02-337D-DA42-AA70-40E79154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F1AE6-868C-404A-AF39-6CA3F6D809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911DF-76A5-3149-8070-50728960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A0078-A526-5442-B8CB-1E57AA55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92E2-B172-B646-849A-FD990775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52A84-AC09-B842-9205-FA504673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7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DC9C-A535-4043-A1BC-C777C58A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1F9AF-58DF-634A-95DE-779FC296C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A288D-CDA3-8142-974A-5FEAFB78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5C871-2DAA-8D4C-91C7-75433C39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A6046-C9F6-C643-BF44-24522F9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31CB8-7813-204B-B4C4-F67D0EF09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14555-89EA-7846-B833-B4391D14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5EFE4-5627-FB45-AFD0-74F7B5BF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0DBE-6FA0-CF43-B162-6CFFA64A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C9DC0-4557-4D4E-BA90-859EC775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7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28F8-C89C-AE47-9940-5140BC8BE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9C92-F125-2241-AC4E-98D81D0AD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4507D-F105-AF46-8DA5-A8D609B43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66722-58CE-574E-8ECF-49601E5EC3B3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16F3-677E-2F42-9B15-44DA7204D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8EDBD-B74E-5646-AA05-A06ADC8D4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7BA59-8A17-C746-8870-B2CEDA8B1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661D-AF2D-BE44-AAC4-BE0B023207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A7C5E-5CD5-5E4C-942F-9A66B85A8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prueba</a:t>
            </a:r>
          </a:p>
        </p:txBody>
      </p:sp>
    </p:spTree>
    <p:extLst>
      <p:ext uri="{BB962C8B-B14F-4D97-AF65-F5344CB8AC3E}">
        <p14:creationId xmlns:p14="http://schemas.microsoft.com/office/powerpoint/2010/main" val="86587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Teresa Diaz Calvo (MED - Student)</dc:creator>
  <cp:lastModifiedBy>Teresa Diaz Calvo (MED - Student)</cp:lastModifiedBy>
  <cp:revision>1</cp:revision>
  <dcterms:created xsi:type="dcterms:W3CDTF">2026-10-30T15:21:44Z</dcterms:created>
  <dcterms:modified xsi:type="dcterms:W3CDTF">2026-10-30T15:22:14Z</dcterms:modified>
</cp:coreProperties>
</file>